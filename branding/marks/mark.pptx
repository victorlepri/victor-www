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xel one"/>
          <p:cNvSpPr/>
          <p:nvPr/>
        </p:nvSpPr>
        <p:spPr>
          <a:xfrm>
            <a:off x="3200400" y="3886200"/>
            <a:ext cx="457200" cy="457200"/>
          </a:xfrm>
          <a:prstGeom prst="rect">
            <a:avLst/>
          </a:prstGeom>
          <a:solidFill>
            <a:srgbClr val="E11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xel two"/>
          <p:cNvSpPr/>
          <p:nvPr/>
        </p:nvSpPr>
        <p:spPr>
          <a:xfrm>
            <a:off x="3657600" y="3429000"/>
            <a:ext cx="457200" cy="457200"/>
          </a:xfrm>
          <a:prstGeom prst="rect">
            <a:avLst/>
          </a:prstGeom>
          <a:solidFill>
            <a:srgbClr val="FF3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xel three"/>
          <p:cNvSpPr/>
          <p:nvPr/>
        </p:nvSpPr>
        <p:spPr>
          <a:xfrm>
            <a:off x="4572000" y="3886200"/>
            <a:ext cx="457200" cy="457200"/>
          </a:xfrm>
          <a:prstGeom prst="rect">
            <a:avLst/>
          </a:prstGeom>
          <a:solidFill>
            <a:srgbClr val="E11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xel four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FF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486"/>
                </a:solidFill>
                <a:latin typeface="Consolas"/>
              </a:rPr>
              <a:t>the mark on the dark 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xel one"/>
          <p:cNvSpPr/>
          <p:nvPr/>
        </p:nvSpPr>
        <p:spPr>
          <a:xfrm>
            <a:off x="3200400" y="3886200"/>
            <a:ext cx="457200" cy="457200"/>
          </a:xfrm>
          <a:prstGeom prst="rect">
            <a:avLst/>
          </a:prstGeom>
          <a:solidFill>
            <a:srgbClr val="C41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xel two"/>
          <p:cNvSpPr/>
          <p:nvPr/>
        </p:nvSpPr>
        <p:spPr>
          <a:xfrm>
            <a:off x="3657600" y="3429000"/>
            <a:ext cx="457200" cy="457200"/>
          </a:xfrm>
          <a:prstGeom prst="rect">
            <a:avLst/>
          </a:prstGeom>
          <a:solidFill>
            <a:srgbClr val="E02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xel three"/>
          <p:cNvSpPr/>
          <p:nvPr/>
        </p:nvSpPr>
        <p:spPr>
          <a:xfrm>
            <a:off x="4572000" y="3886200"/>
            <a:ext cx="457200" cy="457200"/>
          </a:xfrm>
          <a:prstGeom prst="rect">
            <a:avLst/>
          </a:prstGeom>
          <a:solidFill>
            <a:srgbClr val="C41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xel four"/>
          <p:cNvSpPr/>
          <p:nvPr/>
        </p:nvSpPr>
        <p:spPr>
          <a:xfrm>
            <a:off x="5486400" y="2971800"/>
            <a:ext cx="457200" cy="457200"/>
          </a:xfrm>
          <a:prstGeom prst="rect">
            <a:avLst/>
          </a:prstGeom>
          <a:solidFill>
            <a:srgbClr val="2A4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7486"/>
                </a:solidFill>
                <a:latin typeface="Consolas"/>
              </a:rPr>
              <a:t>the mark on the light 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